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560320" cy="256032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GrunRay Wiki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前端开发课程 · 项目需求汇报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个人博客与作品集站点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3840480" cy="777240"/>
          </a:xfrm>
          <a:prstGeom prst="rect">
            <a:avLst/>
          </a:prstGeom>
          <a:solidFill>
            <a:srgbClr val="065A82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965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学号：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344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项目背景与定位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34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94960" y="1344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博客需求分析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68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功能需求总览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17720" y="228600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468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9496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创新亮点设计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03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通用前端需求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17720" y="352044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703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94960" y="3813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技术选型与总结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项目背景与定位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GrunRay Wiki 是一门 Web 前端开发课程的大作业项目，目标是构建一个集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个人博客、项目展示、社区互动、碎念随笔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于一体的现代化个人站点。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核心诉求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展示前端工程化能力与交互设计水平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Markdown 为内容源，实现内容与 UI 解耦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在常规博客功能之上，做出差异化体验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覆盖课程要求的 CRUD、路由、状态管理与动效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051560"/>
            <a:ext cx="3154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0" y="1051560"/>
            <a:ext cx="64008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四大板块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23560" y="1554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· 个人介绍与胶片流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 · 博客 + 项目展示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 · 留言与友链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栖息 · 碎念与推荐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2606040"/>
            <a:ext cx="3154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2606040"/>
            <a:ext cx="64008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31089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访客：浏览、搜索、留言、申请友链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站长：内容导入、审核互动、媒体管理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博客需求分析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基于个人站点场景，对博客模块进行需求拆解：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3200400"/>
        </p:xfrm>
        <a:graphic>
          <a:graphicData uri="http://schemas.openxmlformats.org/drawingml/2006/table">
            <a:tbl>
              <a:tblPr/>
              <a:tblGrid>
                <a:gridCol w="1280160"/>
                <a:gridCol w="5303520"/>
                <a:gridCol w="822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需求描述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文章浏览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算法笔记 / 项目笔记 / 通用文章分类展示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文章详情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 渲染、代码高亮、复制、相关推荐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中文关键词搜索（jieba 分词 + 打分）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RSS 订阅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服务端生成 rss.xml 供阅读器订阅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每路由 title / OG / JSON-LD 结构化数据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 导入管线（非在线 CMS）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功能需求总览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64008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博客系统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 / 详情 / 搜索 / RSS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64008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项目展示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卡片列表 / layout 块 / Demo 嵌入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64008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栖息 Xiqi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碎念分栏 / 关于 / 推荐页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834640"/>
            <a:ext cx="64008" cy="1691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社区互动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留言板 / 友链申请与审核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834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834640"/>
            <a:ext cx="64008" cy="169164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全局壳层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 / 主题 / i18n / 音乐播放器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834640"/>
            <a:ext cx="64008" cy="1691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内容管线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导入 / API 只读分发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560320" cy="256032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创新亮点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在常规博客之上，打造差异化交互体验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2606040" cy="71323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SVG 开屏动画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蜗牛路径行走 + iris 揭幕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3246120"/>
            <a:ext cx="2606040" cy="71323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Footer 页脚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滚动揭示 + slice 扭曲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3246120"/>
            <a:ext cx="2606040" cy="71323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Demo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0488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iframe 内嵌可交互演示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2606040" cy="71323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胶片首页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" y="4462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横向胶卷流 + 全屏预览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4114800"/>
            <a:ext cx="2606040" cy="71323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黑胶播放器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4462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可拖拽 BGM + 摇杆音量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4114800"/>
            <a:ext cx="2606040" cy="71323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栖息分栏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0488" y="4462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FLIP 动画阅读器式交互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① · SVG 开屏动画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3474720" cy="356616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645920"/>
            <a:ext cx="1828800" cy="1828800"/>
          </a:xfrm>
          <a:prstGeom prst="ellipse">
            <a:avLst/>
          </a:prstGeom>
          <a:ln w="25400">
            <a:solidFill>
              <a:srgbClr val="02C39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00200" y="1920240"/>
            <a:ext cx="1280160" cy="128016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Splash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Woniu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51960" y="100584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实现方案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iframe 播放 SVG 路径动画（蜗牛行走）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postMessage 与主页面交接，螺旋壳坐标映射头像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iris 圆形揭幕动效，平滑过渡到首页内容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sessionStorage 控制同会话仅播放一次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prefers-reduced-motion 无障碍降级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课程价值：SVG 动画、跨 iframe 通信、GSAP 时间轴编排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② · Footer 页脚交互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3840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滚动揭示（Reveal）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页面滚至底部时，品牌字逐片显现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Glass 风格 meta bar（ICP / RSS）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Xiqi 分栏联动 footer lock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3840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926080"/>
            <a:ext cx="64008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指针扭曲（Distort）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鼠标靠近页脚时 20 片 slice 扭曲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FLIP 布局 + CSS transform 实现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Eric-Terminal 风格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39776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spc="800" kern="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GRUNRAY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FooterGrunRayPanel · useFooterGrunRayReveal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4114800"/>
            <a:ext cx="3611880" cy="320040"/>
          </a:xfrm>
          <a:prstGeom prst="rect">
            <a:avLst/>
          </a:prstGeom>
          <a:solidFill>
            <a:srgbClr val="F2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41330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ICP 备案 · RSS 订阅 · 外链导航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③ · 项目 Demo 嵌入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 块驱动架构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项目详情页由 YAML front matter 中的 layout 数组驱动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registry.ts 注册块类型：overview / demo / gallery / changelog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新增展示形式无需修改路由，内容与 UI 解耦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DemoBlock 能力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iframe 内嵌 demo_url 或 demo_embed_html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sandbox 安全策略限制脚本权限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示例：CRSEA Three.js 交互演示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资源独立构建，通过 /api/media/files 分发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74920" y="960120"/>
            <a:ext cx="3566160" cy="2286000"/>
          </a:xfrm>
          <a:prstGeom prst="rect">
            <a:avLst/>
          </a:prstGeom>
          <a:solidFill>
            <a:srgbClr val="21295C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iframe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49240" y="1508760"/>
            <a:ext cx="3017520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4924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Interactive 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74920" y="3429000"/>
            <a:ext cx="3566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74920" y="3429000"/>
            <a:ext cx="64008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3566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课程体现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组件化设计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安全沙箱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静态资源工程化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其他创新补充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606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64008" cy="2011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首页胶片流 FilmFeed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模拟胶卷穿孔横向滚动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滚轮调速 + 全屏预览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 API 动态加载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06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64008" cy="20116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黑胶音乐播放器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可拖拽黑胶 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摇杆式音量控制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曲目 API + localStorage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06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64008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栖息分栏 XiqiSplit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列表选中 FLIP 展开详情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阅读器式双栏交互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与页脚/入场动画联动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26060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54680"/>
            <a:ext cx="64008" cy="1508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路由级照片背景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按路由切换背景图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各页独立入场 CSS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GSAP 时间轴编排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154680"/>
            <a:ext cx="26060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154680"/>
            <a:ext cx="64008" cy="1508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乱码彩蛋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Glitch 视觉故障效果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abstract 主题彩蛋解锁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增强站点记忆点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3154680"/>
            <a:ext cx="26060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3154680"/>
            <a:ext cx="64008" cy="150876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中文智能搜索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jieba 分词 + TF-IDF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应用层相关性打分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优于简单 SQL LIKE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通用前端需求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64008" cy="3520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 CRUD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 对接（axios/fetch 封装）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留言/友链：访客 Create + 站长 Update/Delete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碎念撰写：站长表单 + 文件导入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列表分页、筛选、骨架屏加载态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64008" cy="3520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交互与动效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GSAP + CSS Keyframes 页面入场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FLIP 动画（顶栏溢出/分栏/页脚）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主题切换 light / dark / abstract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prefers-reduced-motion 降级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64008" cy="3520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工程化与体验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 嵌套路由 + scrollBehavior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全局状态（主题/音乐/背景）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vue-i18n 中英文切换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 + SEO meta + JSON-LD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技术选型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356616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4389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前端框架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 3 + TypeScript + Vite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Composition API、类型安全、快速 HMR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路由/状态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 Router 5 + Pinia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嵌套路由、全局 UI 状态管理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样式/动画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Less + GSAP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模块化 CSS、时间轴动画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marked + DOMPurify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客户端/服务端双轨渲染与消毒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@unhead/vue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 head、OG、结构化数据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Flask + PyMySQL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REST API、Markdown 导入、jieba 搜索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560320" cy="256032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→ 分析 → 实现 → 创新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本项目以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个人博客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为课程载体，在实现完整前端工程能力的同时，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通过开屏动画、页脚交互、Demo 嵌入等创新点体现差异化设计思维。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预期成果：可部署的个人站点 + 可演示的交互亮点 + 规范的内容管线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434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GrunRay Wiki 需求汇报</dc:title>
  <dc:subject>PptxGenJS Presentation</dc:subject>
  <dc:creator>GrunRay</dc:creator>
  <cp:lastModifiedBy>GrunRay</cp:lastModifiedBy>
  <cp:revision>1</cp:revision>
  <dcterms:created xsi:type="dcterms:W3CDTF">2026-06-02T15:41:09Z</dcterms:created>
  <dcterms:modified xsi:type="dcterms:W3CDTF">2026-06-02T15:41:09Z</dcterms:modified>
</cp:coreProperties>
</file>